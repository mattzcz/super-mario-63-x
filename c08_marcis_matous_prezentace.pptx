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4"/>
  </p:sldMasterIdLst>
  <p:sldIdLst>
    <p:sldId id="256" r:id="rId5"/>
    <p:sldId id="257" r:id="rId6"/>
    <p:sldId id="262" r:id="rId7"/>
    <p:sldId id="263" r:id="rId8"/>
    <p:sldId id="258" r:id="rId9"/>
    <p:sldId id="259" r:id="rId10"/>
    <p:sldId id="261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EDC94E-38AC-4DC8-98B3-58104820E4AB}" v="2" dt="2026-04-27T06:42:00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10" autoAdjust="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39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443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00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22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09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524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96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4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376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48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2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532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91BF53CD-5E52-01F6-09AC-7C1F4DE854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0000"/>
          </a:blip>
          <a:srcRect t="4661" b="4978"/>
          <a:stretch>
            <a:fillRect/>
          </a:stretch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C26D2239-EF9A-29E0-1710-214578708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8"/>
            <a:ext cx="5744386" cy="2450592"/>
          </a:xfrm>
        </p:spPr>
        <p:txBody>
          <a:bodyPr anchor="t">
            <a:normAutofit fontScale="90000"/>
          </a:bodyPr>
          <a:lstStyle/>
          <a:p>
            <a:r>
              <a:rPr lang="cs-CZ" sz="6000" noProof="0" dirty="0">
                <a:solidFill>
                  <a:srgbClr val="FFFFFF"/>
                </a:solidFill>
              </a:rPr>
              <a:t>Plošinová hra</a:t>
            </a:r>
            <a:br>
              <a:rPr lang="cs-CZ" sz="6000" noProof="0" dirty="0">
                <a:solidFill>
                  <a:srgbClr val="FFFFFF"/>
                </a:solidFill>
              </a:rPr>
            </a:br>
            <a:r>
              <a:rPr lang="cs-CZ" sz="6000" noProof="0" dirty="0">
                <a:solidFill>
                  <a:srgbClr val="FFFFFF"/>
                </a:solidFill>
              </a:rPr>
              <a:t>Super Mario 63 X</a:t>
            </a:r>
            <a:endParaRPr lang="en-US" sz="6000" noProof="0" dirty="0">
              <a:solidFill>
                <a:srgbClr val="FFFFFF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7AD6135-D989-0C6F-754A-418D3A5DD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 noProof="0" dirty="0">
                <a:solidFill>
                  <a:srgbClr val="FFFFFF"/>
                </a:solidFill>
              </a:rPr>
              <a:t>Matouš Marciš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5705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E3917-5C09-3B61-14A0-EBEA2900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77A50602-A4D2-5A02-571E-D817EA2B0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BC0AC137-9124-ABFA-5511-F9D60C793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0000"/>
          </a:blip>
          <a:srcRect t="4661" b="4978"/>
          <a:stretch>
            <a:fillRect/>
          </a:stretch>
        </p:blipFill>
        <p:spPr>
          <a:xfrm>
            <a:off x="0" y="-2"/>
            <a:ext cx="12192001" cy="68580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72236C5-DA35-2E1B-DC5C-901BE2F3E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578756" cy="787535"/>
          </a:xfrm>
        </p:spPr>
        <p:txBody>
          <a:bodyPr anchor="t">
            <a:noAutofit/>
          </a:bodyPr>
          <a:lstStyle/>
          <a:p>
            <a:r>
              <a:rPr lang="cs-CZ" sz="3600" dirty="0">
                <a:solidFill>
                  <a:srgbClr val="FFFFFF"/>
                </a:solidFill>
              </a:rPr>
              <a:t>Platforma a použité technologie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2768CC3-C2AD-FF15-9624-10AE1C9CF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DC5D8C6A-850B-06B3-1ABA-2193D24D8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21B50EE-DF72-A44C-EF5E-D68BCB9AD385}"/>
              </a:ext>
            </a:extLst>
          </p:cNvPr>
          <p:cNvSpPr txBox="1"/>
          <p:nvPr/>
        </p:nvSpPr>
        <p:spPr>
          <a:xfrm>
            <a:off x="517869" y="1819275"/>
            <a:ext cx="11165482" cy="2803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Platforma:</a:t>
            </a:r>
            <a:r>
              <a:rPr lang="cs-CZ" sz="2400" dirty="0"/>
              <a:t> Windows (x86-64)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Technologie</a:t>
            </a:r>
            <a:r>
              <a:rPr lang="cs-CZ" sz="24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dirty="0"/>
              <a:t>Unity (C#)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A</a:t>
            </a:r>
            <a:r>
              <a:rPr lang="cs-CZ" sz="2400" dirty="0" err="1"/>
              <a:t>udacity</a:t>
            </a:r>
            <a:endParaRPr lang="cs-CZ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Paint.NET</a:t>
            </a:r>
          </a:p>
        </p:txBody>
      </p:sp>
    </p:spTree>
    <p:extLst>
      <p:ext uri="{BB962C8B-B14F-4D97-AF65-F5344CB8AC3E}">
        <p14:creationId xmlns:p14="http://schemas.microsoft.com/office/powerpoint/2010/main" val="4011203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0B5A8-2FE2-5B2D-C344-88EB3D8F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EEF489BB-6CF0-4E5E-8367-B47BD76E8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F9FC7116-80BC-CCCC-8EA9-C66FC2E40F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0000"/>
          </a:blip>
          <a:srcRect t="4661" b="4978"/>
          <a:stretch>
            <a:fillRect/>
          </a:stretch>
        </p:blipFill>
        <p:spPr>
          <a:xfrm>
            <a:off x="0" y="-2"/>
            <a:ext cx="12192001" cy="68580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B029CBD-875A-9618-BF61-8EA452BFD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578756" cy="787535"/>
          </a:xfrm>
        </p:spPr>
        <p:txBody>
          <a:bodyPr anchor="t">
            <a:noAutofit/>
          </a:bodyPr>
          <a:lstStyle/>
          <a:p>
            <a:r>
              <a:rPr lang="cs-CZ" sz="3600" dirty="0">
                <a:solidFill>
                  <a:srgbClr val="FFFFFF"/>
                </a:solidFill>
              </a:rPr>
              <a:t>Základní použité komponenty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BBFB1D9E-8D81-5F66-771C-07E3A4EB9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161DB8BE-8336-95DA-4E6A-87B18A33D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43195EF-8FE5-9A81-597F-A5C8AAEAA0DD}"/>
              </a:ext>
            </a:extLst>
          </p:cNvPr>
          <p:cNvSpPr txBox="1"/>
          <p:nvPr/>
        </p:nvSpPr>
        <p:spPr>
          <a:xfrm>
            <a:off x="517869" y="1819275"/>
            <a:ext cx="11165482" cy="335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 err="1"/>
              <a:t>Transform</a:t>
            </a:r>
            <a:r>
              <a:rPr lang="cs-CZ" sz="2400" noProof="0" dirty="0"/>
              <a:t> – Základ objektu, určuje pozici, rotaci a rozměry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 err="1"/>
              <a:t>Rigidbody</a:t>
            </a:r>
            <a:r>
              <a:rPr lang="cs-CZ" sz="2400" noProof="0" dirty="0"/>
              <a:t> 2D</a:t>
            </a:r>
            <a:r>
              <a:rPr lang="cs-CZ" sz="2400" dirty="0"/>
              <a:t> – řeší fyziku předmětu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Box </a:t>
            </a:r>
            <a:r>
              <a:rPr lang="cs-CZ" sz="2400" noProof="0" dirty="0" err="1"/>
              <a:t>Collider</a:t>
            </a:r>
            <a:r>
              <a:rPr lang="cs-CZ" sz="2400" noProof="0" dirty="0"/>
              <a:t> </a:t>
            </a:r>
            <a:r>
              <a:rPr lang="cs-CZ" sz="2400" dirty="0"/>
              <a:t>2D – využívá se pro vytvoření hranice objektu pro kolize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Sprite </a:t>
            </a:r>
            <a:r>
              <a:rPr lang="cs-CZ" sz="2400" noProof="0" dirty="0" err="1"/>
              <a:t>Renderer</a:t>
            </a:r>
            <a:r>
              <a:rPr lang="cs-CZ" sz="2400" dirty="0"/>
              <a:t> – Vykresluje na pozici objektu sprite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dirty="0" err="1"/>
              <a:t>Animator</a:t>
            </a:r>
            <a:r>
              <a:rPr lang="cs-CZ" sz="2400" dirty="0"/>
              <a:t> – Pracuje s animacemi objektů podle jejich stavu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cs-CZ" sz="2400" noProof="0" dirty="0"/>
          </a:p>
        </p:txBody>
      </p:sp>
    </p:spTree>
    <p:extLst>
      <p:ext uri="{BB962C8B-B14F-4D97-AF65-F5344CB8AC3E}">
        <p14:creationId xmlns:p14="http://schemas.microsoft.com/office/powerpoint/2010/main" val="3805395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5116F-3E2D-9FE1-C7B0-E87D7A97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F588F78D-111F-D634-6DFD-CB2FFC839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13E85B94-44A0-FB7F-F8C3-5515F66082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0000"/>
          </a:blip>
          <a:srcRect t="4661" b="4978"/>
          <a:stretch>
            <a:fillRect/>
          </a:stretch>
        </p:blipFill>
        <p:spPr>
          <a:xfrm>
            <a:off x="0" y="-2"/>
            <a:ext cx="12192001" cy="68580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6039C531-D749-5423-C77C-604B7137B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578756" cy="787535"/>
          </a:xfrm>
        </p:spPr>
        <p:txBody>
          <a:bodyPr anchor="t">
            <a:noAutofit/>
          </a:bodyPr>
          <a:lstStyle/>
          <a:p>
            <a:r>
              <a:rPr lang="cs-CZ" sz="3600" dirty="0" err="1">
                <a:solidFill>
                  <a:srgbClr val="FFFFFF"/>
                </a:solidFill>
              </a:rPr>
              <a:t>Animator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FD8B2FC-B3C0-3C1F-3244-51429FF3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F28D4647-39BC-005A-FF86-D91DD8141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131F14D-25CB-6244-84B9-B4933879D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7" y="1765942"/>
            <a:ext cx="9440592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19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B4E0F-27E5-4667-12E8-42698A9D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A65078BB-964C-DFFC-CE07-7A0FBCABC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81B1AE19-05AB-EFD7-3298-E79A1F8CE1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0000"/>
          </a:blip>
          <a:srcRect t="4661" b="4978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048036E-180B-E91F-BC40-A28ADF3BD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578756" cy="787535"/>
          </a:xfrm>
        </p:spPr>
        <p:txBody>
          <a:bodyPr anchor="t">
            <a:noAutofit/>
          </a:bodyPr>
          <a:lstStyle/>
          <a:p>
            <a:r>
              <a:rPr lang="cs-CZ" sz="3600" noProof="0" dirty="0">
                <a:solidFill>
                  <a:srgbClr val="FFFFFF"/>
                </a:solidFill>
              </a:rPr>
              <a:t>Výsledek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1C6E1488-D2CC-65B3-4107-C9969B33E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D0911C17-31F2-8AB6-61CE-0FBA312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8C4DCF8-284F-6DCB-5F37-7B5446931AFF}"/>
              </a:ext>
            </a:extLst>
          </p:cNvPr>
          <p:cNvSpPr txBox="1"/>
          <p:nvPr/>
        </p:nvSpPr>
        <p:spPr>
          <a:xfrm>
            <a:off x="517869" y="1819275"/>
            <a:ext cx="11165482" cy="2249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Hlavní menu, funkční UI, nastavení </a:t>
            </a:r>
            <a:r>
              <a:rPr lang="cs-CZ" sz="2400" dirty="0"/>
              <a:t>hlasitosti, pauzovací obrazovka, obrazovka konce hry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dirty="0"/>
              <a:t>Ovládání hráče, animace, pohyb kamery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2 ukázkové levely, překážky a platformy, herní předměty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1116384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9DF90-D539-02CD-C031-8CD88017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0856B488-E0FD-AEBF-6990-FB2573AD6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9006A3F7-56B9-8F4F-F0C5-E53144F19A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0000"/>
          </a:blip>
          <a:srcRect t="4661" b="4978"/>
          <a:stretch>
            <a:fillRect/>
          </a:stretch>
        </p:blipFill>
        <p:spPr>
          <a:xfrm>
            <a:off x="-1" y="-3"/>
            <a:ext cx="12192001" cy="68580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98F9AA9-E425-36A4-2155-7171E4620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578756" cy="787535"/>
          </a:xfrm>
        </p:spPr>
        <p:txBody>
          <a:bodyPr anchor="t">
            <a:noAutofit/>
          </a:bodyPr>
          <a:lstStyle/>
          <a:p>
            <a:r>
              <a:rPr lang="cs-CZ" sz="3600" noProof="0" dirty="0">
                <a:solidFill>
                  <a:srgbClr val="FFFFFF"/>
                </a:solidFill>
              </a:rPr>
              <a:t>Návrhy na zlepšení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53839D0E-7966-74A3-ACB4-2E2354967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F4FF68D3-C977-3404-ACC3-6AA429FEE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3D4AECE-F84C-9F4C-32D7-0C3CFA0F8E22}"/>
              </a:ext>
            </a:extLst>
          </p:cNvPr>
          <p:cNvSpPr txBox="1"/>
          <p:nvPr/>
        </p:nvSpPr>
        <p:spPr>
          <a:xfrm>
            <a:off x="517869" y="1819275"/>
            <a:ext cx="11165482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Mám v plánu se projektu věnovat i po ukončení předmětu</a:t>
            </a:r>
            <a:endParaRPr lang="en-US" sz="2400" noProof="0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8060FA7-F284-3DC4-B720-BE4D20487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46" y="3111527"/>
            <a:ext cx="401184" cy="451332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D972C7E8-C4D5-4EDE-5EA7-288D8EC27A99}"/>
              </a:ext>
            </a:extLst>
          </p:cNvPr>
          <p:cNvSpPr txBox="1"/>
          <p:nvPr/>
        </p:nvSpPr>
        <p:spPr>
          <a:xfrm>
            <a:off x="900194" y="2598603"/>
            <a:ext cx="3306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Nepřátelé s funkcí </a:t>
            </a:r>
            <a:r>
              <a:rPr lang="cs-CZ" dirty="0" err="1"/>
              <a:t>pathfindingu</a:t>
            </a:r>
            <a:endParaRPr lang="cs-CZ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7FCA1398-CBB7-2A34-1A76-7F7358B0B04A}"/>
              </a:ext>
            </a:extLst>
          </p:cNvPr>
          <p:cNvSpPr txBox="1"/>
          <p:nvPr/>
        </p:nvSpPr>
        <p:spPr>
          <a:xfrm>
            <a:off x="694447" y="3528937"/>
            <a:ext cx="762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 dirty="0" err="1"/>
              <a:t>Goomba</a:t>
            </a:r>
            <a:endParaRPr lang="cs-CZ" sz="1200" dirty="0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D89F34C5-34BA-3AFA-050B-7DD75AB49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727" y="3159605"/>
            <a:ext cx="401184" cy="377585"/>
          </a:xfrm>
          <a:prstGeom prst="rect">
            <a:avLst/>
          </a:prstGeom>
        </p:spPr>
      </p:pic>
      <p:sp>
        <p:nvSpPr>
          <p:cNvPr id="15" name="TextovéPole 14">
            <a:extLst>
              <a:ext uri="{FF2B5EF4-FFF2-40B4-BE49-F238E27FC236}">
                <a16:creationId xmlns:a16="http://schemas.microsoft.com/office/drawing/2014/main" id="{0D7C5A67-EAE6-6FBC-12CD-3DA09042358E}"/>
              </a:ext>
            </a:extLst>
          </p:cNvPr>
          <p:cNvSpPr txBox="1"/>
          <p:nvPr/>
        </p:nvSpPr>
        <p:spPr>
          <a:xfrm>
            <a:off x="1433111" y="3528936"/>
            <a:ext cx="810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 dirty="0"/>
              <a:t>Bob-</a:t>
            </a:r>
            <a:r>
              <a:rPr lang="cs-CZ" sz="1200" dirty="0" err="1"/>
              <a:t>omb</a:t>
            </a:r>
            <a:endParaRPr lang="cs-CZ" sz="1200" dirty="0"/>
          </a:p>
        </p:txBody>
      </p:sp>
      <p:pic>
        <p:nvPicPr>
          <p:cNvPr id="17" name="Obrázek 16">
            <a:extLst>
              <a:ext uri="{FF2B5EF4-FFF2-40B4-BE49-F238E27FC236}">
                <a16:creationId xmlns:a16="http://schemas.microsoft.com/office/drawing/2014/main" id="{F358E9E6-A426-374E-CF06-360212D24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142" y="3173042"/>
            <a:ext cx="401184" cy="401184"/>
          </a:xfrm>
          <a:prstGeom prst="rect">
            <a:avLst/>
          </a:prstGeom>
        </p:spPr>
      </p:pic>
      <p:sp>
        <p:nvSpPr>
          <p:cNvPr id="18" name="TextovéPole 17">
            <a:extLst>
              <a:ext uri="{FF2B5EF4-FFF2-40B4-BE49-F238E27FC236}">
                <a16:creationId xmlns:a16="http://schemas.microsoft.com/office/drawing/2014/main" id="{8E6E5A0A-B38B-272B-73DD-5E8FD1C8179D}"/>
              </a:ext>
            </a:extLst>
          </p:cNvPr>
          <p:cNvSpPr txBox="1"/>
          <p:nvPr/>
        </p:nvSpPr>
        <p:spPr>
          <a:xfrm>
            <a:off x="2424225" y="3537190"/>
            <a:ext cx="446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 dirty="0" err="1"/>
              <a:t>Boo</a:t>
            </a:r>
            <a:endParaRPr lang="cs-CZ" sz="1200" dirty="0"/>
          </a:p>
        </p:txBody>
      </p:sp>
      <p:pic>
        <p:nvPicPr>
          <p:cNvPr id="24" name="Obrázek 23">
            <a:extLst>
              <a:ext uri="{FF2B5EF4-FFF2-40B4-BE49-F238E27FC236}">
                <a16:creationId xmlns:a16="http://schemas.microsoft.com/office/drawing/2014/main" id="{962CFB88-BC36-65E7-8783-468C73A6F3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653" y="3135431"/>
            <a:ext cx="401184" cy="476406"/>
          </a:xfrm>
          <a:prstGeom prst="rect">
            <a:avLst/>
          </a:prstGeom>
        </p:spPr>
      </p:pic>
      <p:sp>
        <p:nvSpPr>
          <p:cNvPr id="25" name="TextovéPole 24">
            <a:extLst>
              <a:ext uri="{FF2B5EF4-FFF2-40B4-BE49-F238E27FC236}">
                <a16:creationId xmlns:a16="http://schemas.microsoft.com/office/drawing/2014/main" id="{B672C4CC-5F51-7CC7-7448-8B906D8E74CD}"/>
              </a:ext>
            </a:extLst>
          </p:cNvPr>
          <p:cNvSpPr txBox="1"/>
          <p:nvPr/>
        </p:nvSpPr>
        <p:spPr>
          <a:xfrm>
            <a:off x="2917389" y="3537190"/>
            <a:ext cx="725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 dirty="0" err="1"/>
              <a:t>Shy</a:t>
            </a:r>
            <a:r>
              <a:rPr lang="cs-CZ" sz="1200" dirty="0"/>
              <a:t> Guy</a:t>
            </a:r>
          </a:p>
        </p:txBody>
      </p:sp>
      <p:pic>
        <p:nvPicPr>
          <p:cNvPr id="27" name="Obrázek 26">
            <a:extLst>
              <a:ext uri="{FF2B5EF4-FFF2-40B4-BE49-F238E27FC236}">
                <a16:creationId xmlns:a16="http://schemas.microsoft.com/office/drawing/2014/main" id="{3F4301F3-FDD4-C10D-50A1-8A3CBB2D6E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364" y="3027157"/>
            <a:ext cx="401184" cy="547069"/>
          </a:xfrm>
          <a:prstGeom prst="rect">
            <a:avLst/>
          </a:prstGeom>
        </p:spPr>
      </p:pic>
      <p:sp>
        <p:nvSpPr>
          <p:cNvPr id="28" name="TextovéPole 27">
            <a:extLst>
              <a:ext uri="{FF2B5EF4-FFF2-40B4-BE49-F238E27FC236}">
                <a16:creationId xmlns:a16="http://schemas.microsoft.com/office/drawing/2014/main" id="{C0379CCD-3F86-108D-17F8-6F4CFD00278F}"/>
              </a:ext>
            </a:extLst>
          </p:cNvPr>
          <p:cNvSpPr txBox="1"/>
          <p:nvPr/>
        </p:nvSpPr>
        <p:spPr>
          <a:xfrm>
            <a:off x="3702058" y="3528935"/>
            <a:ext cx="607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 dirty="0" err="1"/>
              <a:t>Koopa</a:t>
            </a:r>
            <a:endParaRPr lang="cs-CZ" sz="1200" dirty="0"/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643BEC1B-CEB7-0E99-AD12-2C9B040A4C27}"/>
              </a:ext>
            </a:extLst>
          </p:cNvPr>
          <p:cNvSpPr txBox="1"/>
          <p:nvPr/>
        </p:nvSpPr>
        <p:spPr>
          <a:xfrm>
            <a:off x="5339926" y="2598603"/>
            <a:ext cx="151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Mini-bossové</a:t>
            </a:r>
          </a:p>
        </p:txBody>
      </p:sp>
      <p:pic>
        <p:nvPicPr>
          <p:cNvPr id="31" name="Obrázek 30">
            <a:extLst>
              <a:ext uri="{FF2B5EF4-FFF2-40B4-BE49-F238E27FC236}">
                <a16:creationId xmlns:a16="http://schemas.microsoft.com/office/drawing/2014/main" id="{1DA8DE2F-C213-B373-999F-6420182A4B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228" y="2910749"/>
            <a:ext cx="730036" cy="979317"/>
          </a:xfrm>
          <a:prstGeom prst="rect">
            <a:avLst/>
          </a:prstGeom>
        </p:spPr>
      </p:pic>
      <p:sp>
        <p:nvSpPr>
          <p:cNvPr id="32" name="TextovéPole 31">
            <a:extLst>
              <a:ext uri="{FF2B5EF4-FFF2-40B4-BE49-F238E27FC236}">
                <a16:creationId xmlns:a16="http://schemas.microsoft.com/office/drawing/2014/main" id="{78AB36A5-22CD-F40A-458C-F0E204347C3F}"/>
              </a:ext>
            </a:extLst>
          </p:cNvPr>
          <p:cNvSpPr txBox="1"/>
          <p:nvPr/>
        </p:nvSpPr>
        <p:spPr>
          <a:xfrm>
            <a:off x="5107969" y="3918436"/>
            <a:ext cx="850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Big Bully</a:t>
            </a:r>
          </a:p>
        </p:txBody>
      </p:sp>
      <p:pic>
        <p:nvPicPr>
          <p:cNvPr id="34" name="Obrázek 33">
            <a:extLst>
              <a:ext uri="{FF2B5EF4-FFF2-40B4-BE49-F238E27FC236}">
                <a16:creationId xmlns:a16="http://schemas.microsoft.com/office/drawing/2014/main" id="{51A6893A-380C-B331-1855-327291A570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50" y="3190038"/>
            <a:ext cx="730036" cy="421799"/>
          </a:xfrm>
          <a:prstGeom prst="rect">
            <a:avLst/>
          </a:prstGeom>
        </p:spPr>
      </p:pic>
      <p:sp>
        <p:nvSpPr>
          <p:cNvPr id="35" name="TextovéPole 34">
            <a:extLst>
              <a:ext uri="{FF2B5EF4-FFF2-40B4-BE49-F238E27FC236}">
                <a16:creationId xmlns:a16="http://schemas.microsoft.com/office/drawing/2014/main" id="{C245AB9A-69DD-C9F0-6A4C-2D4844A6FACF}"/>
              </a:ext>
            </a:extLst>
          </p:cNvPr>
          <p:cNvSpPr txBox="1"/>
          <p:nvPr/>
        </p:nvSpPr>
        <p:spPr>
          <a:xfrm>
            <a:off x="6302710" y="3918436"/>
            <a:ext cx="718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 err="1"/>
              <a:t>Kamek</a:t>
            </a:r>
            <a:endParaRPr lang="cs-CZ" sz="1400" dirty="0"/>
          </a:p>
        </p:txBody>
      </p:sp>
      <p:sp>
        <p:nvSpPr>
          <p:cNvPr id="36" name="TextovéPole 35">
            <a:extLst>
              <a:ext uri="{FF2B5EF4-FFF2-40B4-BE49-F238E27FC236}">
                <a16:creationId xmlns:a16="http://schemas.microsoft.com/office/drawing/2014/main" id="{0A73AE19-D56B-282E-0577-20BD676162B2}"/>
              </a:ext>
            </a:extLst>
          </p:cNvPr>
          <p:cNvSpPr txBox="1"/>
          <p:nvPr/>
        </p:nvSpPr>
        <p:spPr>
          <a:xfrm>
            <a:off x="9779661" y="2517092"/>
            <a:ext cx="1208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Boss </a:t>
            </a:r>
            <a:r>
              <a:rPr lang="cs-CZ" dirty="0" err="1"/>
              <a:t>Fight</a:t>
            </a:r>
            <a:endParaRPr lang="cs-CZ" dirty="0"/>
          </a:p>
        </p:txBody>
      </p:sp>
      <p:pic>
        <p:nvPicPr>
          <p:cNvPr id="40" name="Obrázek 39">
            <a:extLst>
              <a:ext uri="{FF2B5EF4-FFF2-40B4-BE49-F238E27FC236}">
                <a16:creationId xmlns:a16="http://schemas.microsoft.com/office/drawing/2014/main" id="{2F064632-B80C-0884-5D2B-62E80B01AA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301" y="2910749"/>
            <a:ext cx="1127511" cy="1276429"/>
          </a:xfrm>
          <a:prstGeom prst="rect">
            <a:avLst/>
          </a:prstGeom>
        </p:spPr>
      </p:pic>
      <p:sp>
        <p:nvSpPr>
          <p:cNvPr id="41" name="TextovéPole 40">
            <a:extLst>
              <a:ext uri="{FF2B5EF4-FFF2-40B4-BE49-F238E27FC236}">
                <a16:creationId xmlns:a16="http://schemas.microsoft.com/office/drawing/2014/main" id="{E456B88B-4B07-306D-6F9C-5F6880EFE97A}"/>
              </a:ext>
            </a:extLst>
          </p:cNvPr>
          <p:cNvSpPr txBox="1"/>
          <p:nvPr/>
        </p:nvSpPr>
        <p:spPr>
          <a:xfrm>
            <a:off x="9921365" y="4245017"/>
            <a:ext cx="92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 err="1"/>
              <a:t>Bowser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23391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45748-CD78-115B-5EA6-5D93686A7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4A9CCB36-8E6C-07C6-2030-73D389094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EF448C01-1D2F-BEC7-14A8-E678DE28FF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0000"/>
          </a:blip>
          <a:srcRect t="4661" b="4978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9E17AD91-40BF-D566-C8E5-C00B492DF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578756" cy="787535"/>
          </a:xfrm>
        </p:spPr>
        <p:txBody>
          <a:bodyPr anchor="t">
            <a:noAutofit/>
          </a:bodyPr>
          <a:lstStyle/>
          <a:p>
            <a:r>
              <a:rPr lang="cs-CZ" sz="3600" dirty="0">
                <a:solidFill>
                  <a:srgbClr val="FFFFFF"/>
                </a:solidFill>
              </a:rPr>
              <a:t>Návrhy na zlepšení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4011DF99-EE85-9874-E0A1-BE99CE0DF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10632054-B3E1-1FC7-C899-50BAD1C2F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33F7055-AFAD-DCE7-F112-B9E7AEE03C2A}"/>
              </a:ext>
            </a:extLst>
          </p:cNvPr>
          <p:cNvSpPr txBox="1"/>
          <p:nvPr/>
        </p:nvSpPr>
        <p:spPr>
          <a:xfrm>
            <a:off x="517869" y="1819275"/>
            <a:ext cx="11165482" cy="169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dirty="0"/>
              <a:t>Přidání zámku princezny </a:t>
            </a:r>
            <a:r>
              <a:rPr lang="cs-CZ" sz="2400" dirty="0" err="1"/>
              <a:t>Peach</a:t>
            </a:r>
            <a:r>
              <a:rPr lang="cs-CZ" sz="2400" dirty="0"/>
              <a:t>, ve kterém by se nacházely vytvořené levely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400" noProof="0" dirty="0"/>
              <a:t>Pro vstup do </a:t>
            </a:r>
            <a:r>
              <a:rPr lang="cs-CZ" sz="2400" noProof="0" dirty="0" err="1"/>
              <a:t>někte</a:t>
            </a:r>
            <a:r>
              <a:rPr lang="cs-CZ" sz="2400" dirty="0" err="1"/>
              <a:t>rých</a:t>
            </a:r>
            <a:r>
              <a:rPr lang="cs-CZ" sz="2400" dirty="0"/>
              <a:t> levelů by bylo potřeba mít nasbíraný určitý počet „</a:t>
            </a:r>
            <a:r>
              <a:rPr lang="cs-CZ" sz="2400" dirty="0" err="1"/>
              <a:t>Shine</a:t>
            </a:r>
            <a:r>
              <a:rPr lang="cs-CZ" sz="2400" dirty="0"/>
              <a:t> </a:t>
            </a:r>
            <a:r>
              <a:rPr lang="cs-CZ" sz="2400" dirty="0" err="1"/>
              <a:t>Sprites</a:t>
            </a:r>
            <a:r>
              <a:rPr lang="cs-CZ" sz="2400" dirty="0"/>
              <a:t>“</a:t>
            </a:r>
            <a:endParaRPr lang="en-US" sz="2400" noProof="0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454CE2F2-CA4F-889A-9F57-093FFA618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307" y="3065434"/>
            <a:ext cx="4210903" cy="31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57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E1B293BD217040B7257938A86A6498" ma:contentTypeVersion="11" ma:contentTypeDescription="Vytvoří nový dokument" ma:contentTypeScope="" ma:versionID="01c2f74148d212c179066957fce7f13c">
  <xsd:schema xmlns:xsd="http://www.w3.org/2001/XMLSchema" xmlns:xs="http://www.w3.org/2001/XMLSchema" xmlns:p="http://schemas.microsoft.com/office/2006/metadata/properties" xmlns:ns3="f6dbefae-d30e-4d67-897a-816bdc31b120" targetNamespace="http://schemas.microsoft.com/office/2006/metadata/properties" ma:root="true" ma:fieldsID="8050d7ba6ad32397cf2f14b0c4d3319f" ns3:_="">
    <xsd:import namespace="f6dbefae-d30e-4d67-897a-816bdc31b12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dbefae-d30e-4d67-897a-816bdc31b12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dbefae-d30e-4d67-897a-816bdc31b12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24E5D6-6673-4245-BCEA-5EAA21D9C4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dbefae-d30e-4d67-897a-816bdc31b1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9A13BB-E650-45AB-B351-DEEECB2D89E6}">
  <ds:schemaRefs>
    <ds:schemaRef ds:uri="http://schemas.openxmlformats.org/package/2006/metadata/core-properties"/>
    <ds:schemaRef ds:uri="f6dbefae-d30e-4d67-897a-816bdc31b120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B19F252-BB1C-48A4-B3D1-00FB8892B5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173</Words>
  <Application>Microsoft Office PowerPoint</Application>
  <PresentationFormat>Širokoúhlá obrazovka</PresentationFormat>
  <Paragraphs>35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Plošinová hra Super Mario 63 X</vt:lpstr>
      <vt:lpstr>Platforma a použité technologie</vt:lpstr>
      <vt:lpstr>Základní použité komponenty</vt:lpstr>
      <vt:lpstr>Animator</vt:lpstr>
      <vt:lpstr>Výsledek</vt:lpstr>
      <vt:lpstr>Návrhy na zlepšení</vt:lpstr>
      <vt:lpstr>Návrhy na zlepšení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Marciš Matouš</dc:creator>
  <cp:lastModifiedBy>Marciš Matouš</cp:lastModifiedBy>
  <cp:revision>4</cp:revision>
  <dcterms:created xsi:type="dcterms:W3CDTF">2026-03-30T09:08:38Z</dcterms:created>
  <dcterms:modified xsi:type="dcterms:W3CDTF">2026-05-06T09:11:03Z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0x010100FBE1B293BD217040B7257938A86A6498</vt:lpwstr>
  </property>
</Properties>
</file>